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5222"/>
    <p:restoredTop sz="86387"/>
  </p:normalViewPr>
  <p:slideViewPr>
    <p:cSldViewPr snapToGrid="0">
      <p:cViewPr varScale="1">
        <p:scale>
          <a:sx n="116" d="100"/>
          <a:sy n="116" d="100"/>
        </p:scale>
        <p:origin x="120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3C399-CCFB-D445-B2FC-8D3BAC125CA7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A1772-4A26-9349-A6D0-0E1ADBA410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758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A1772-4A26-9349-A6D0-0E1ADBA4102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593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7972-7B4D-699A-CD3C-73ED72295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D849F-19D0-ACB5-673D-90C9769BC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43CB6-A1BC-5F3E-E678-52A4C446E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E69C-FC36-5742-83A2-41F31DBD534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94D8B-10F3-4E92-E276-985A9D411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E202F-B0B8-37B3-7A3C-AD4055F9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103A-3C30-8B4B-9178-FA2717F8A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303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79D7-E2EB-237B-D778-57A024C5E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2D79-8AB1-C903-9F6A-DA73249C2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427AA-DCC1-6169-3FFA-27863F33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E69C-FC36-5742-83A2-41F31DBD534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BA1DD-46F5-F734-5E09-501DC09C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C35B9-6A4C-D38A-1E2E-F7C5EB65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103A-3C30-8B4B-9178-FA2717F8A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56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124C-7308-EA52-BBB5-A2A864BEF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ACC01-F796-97BD-F2E9-A6CAB095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2A461-FB91-FACB-C242-533F01CD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E69C-FC36-5742-83A2-41F31DBD534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3E674-42CA-25C9-8C97-3F3F0A2D0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96848-AFC8-7419-CE9D-6A680303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103A-3C30-8B4B-9178-FA2717F8A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353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E9651-1F64-FCBC-7219-3F4921270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972DA-ECFE-60C0-3804-BFDB1FC97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979DB-82D9-712A-8C2A-1911D4062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AB8D4-3FF9-7D7E-9DA9-7084BED2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E69C-FC36-5742-83A2-41F31DBD534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52E72-0085-92AC-1DAE-69E1A4197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9E8B5-4B2E-0131-8079-04228FA9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103A-3C30-8B4B-9178-FA2717F8A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1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A3A7-D757-EF8B-F93F-ED5EC46DB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5A05B-5E27-452B-9055-1ED14E179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9768C-B9CF-5459-C1E4-F69265BD7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ADA967-76A7-1DEB-F524-058F02142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368F55-3299-CC95-EE14-F5B260545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C5C352-B7C4-545E-CEFF-0A2579798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E69C-FC36-5742-83A2-41F31DBD534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4DC5CD-9505-044B-62D5-F646607C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E9CF66-8593-BC48-7A06-A8517F63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103A-3C30-8B4B-9178-FA2717F8A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46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FC8D-94DA-B0DB-7463-31A7EEF7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9452F-7EB4-5C45-78F9-FE6530FB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E69C-FC36-5742-83A2-41F31DBD534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56F4B-95A5-1D26-486D-FAF08F01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EA3DF-BBBE-A0D1-5394-D64F808C3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103A-3C30-8B4B-9178-FA2717F8A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12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B8753-A1B1-AEB3-ACAE-66E52B51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E69C-FC36-5742-83A2-41F31DBD534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AE786-8901-57B3-A32A-70D71BDE2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30426-742C-64DC-741C-4477DD758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103A-3C30-8B4B-9178-FA2717F8A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37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79B0B-3E3A-C0D4-00A0-D90915F4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82B63-9646-94CF-93EE-DE31C5F14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0C0EA2-474D-A45C-6A0F-2B5828D6B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3983A-0BF3-16DE-CEE0-BA5E4038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E69C-FC36-5742-83A2-41F31DBD534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F29E4-2807-6540-EC23-17E1BE9CD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0141E-FEA6-FFC5-9BA0-DA0600EC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103A-3C30-8B4B-9178-FA2717F8A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994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DE504-DBDE-13AF-DD8A-88CC6894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9D758C-E1A2-018B-11B2-226E4D1EC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65C11-62FB-0DCC-2AE6-C4217BEF5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9DBAB-694A-8214-5480-B471A3E4D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E69C-FC36-5742-83A2-41F31DBD534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706E5-C2EB-E111-2E45-169397AF6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6FD63-DFC1-0AD8-493D-C41F6203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103A-3C30-8B4B-9178-FA2717F8A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81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3F50C-B505-0B17-A634-4FB4460AB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73E0A-FAF5-58A9-8852-FE6AA62F5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E9BB3-354B-5599-4E51-710468F1F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E69C-FC36-5742-83A2-41F31DBD534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B1321-65F8-B42C-727B-A946DDD1B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3F825-D47C-2A28-CC9A-F19D55F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103A-3C30-8B4B-9178-FA2717F8A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647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557C05-832E-2ACF-0ADB-B32CE5D27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72448-BDD3-85D2-3AC4-A4A8E9781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78E05-20FF-A76F-71D2-2B48B6781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9E69C-FC36-5742-83A2-41F31DBD534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E241-7679-C63D-DCE3-6F3F7813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D5645-49CA-2E01-FB77-231CDCC1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8103A-3C30-8B4B-9178-FA2717F8A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359E63-3DDA-4CAE-B416-717EC19C8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BFBFA-10B1-372C-3AE5-F01532FD6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D9583-62EB-5B5A-1141-DA57072E6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59E69C-FC36-5742-83A2-41F31DBD5345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0F1B4-75E4-3C2D-FEE8-17DB7D1D0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B64FE-BD7F-AF44-D0C8-98F34C6CA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8103A-3C30-8B4B-9178-FA2717F8A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2352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B05283-B8DA-F624-63C7-C20C39455CDD}"/>
              </a:ext>
            </a:extLst>
          </p:cNvPr>
          <p:cNvSpPr/>
          <p:nvPr/>
        </p:nvSpPr>
        <p:spPr>
          <a:xfrm>
            <a:off x="5365660" y="445770"/>
            <a:ext cx="1454331" cy="47026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START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5238DF-8463-BD4B-426E-B7C948AC629F}"/>
              </a:ext>
            </a:extLst>
          </p:cNvPr>
          <p:cNvSpPr/>
          <p:nvPr/>
        </p:nvSpPr>
        <p:spPr>
          <a:xfrm>
            <a:off x="5365660" y="1361803"/>
            <a:ext cx="1454331" cy="47026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Read request and context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1A719E-3704-DF04-AFE4-3470C4133EC3}"/>
              </a:ext>
            </a:extLst>
          </p:cNvPr>
          <p:cNvSpPr/>
          <p:nvPr/>
        </p:nvSpPr>
        <p:spPr>
          <a:xfrm>
            <a:off x="5365660" y="2277836"/>
            <a:ext cx="1454331" cy="47026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Classify intent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8BB1CE-AF10-69EB-1280-FAD51CE183E5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092826" y="916033"/>
            <a:ext cx="0" cy="44577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995BED-1EA0-3551-BD0E-B06AE283D77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092826" y="1832066"/>
            <a:ext cx="0" cy="44577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C9BAB73-6C5A-E0AE-5CBD-B04355142C86}"/>
              </a:ext>
            </a:extLst>
          </p:cNvPr>
          <p:cNvSpPr/>
          <p:nvPr/>
        </p:nvSpPr>
        <p:spPr>
          <a:xfrm>
            <a:off x="1802673" y="3193866"/>
            <a:ext cx="1454331" cy="47026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Revise plan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119678-5295-2349-81A7-CBAD2DD17FB1}"/>
              </a:ext>
            </a:extLst>
          </p:cNvPr>
          <p:cNvSpPr/>
          <p:nvPr/>
        </p:nvSpPr>
        <p:spPr>
          <a:xfrm>
            <a:off x="5372012" y="3193867"/>
            <a:ext cx="1454329" cy="47026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Generate plan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E03A30-5B49-190A-514D-61E79FCB31C0}"/>
              </a:ext>
            </a:extLst>
          </p:cNvPr>
          <p:cNvSpPr/>
          <p:nvPr/>
        </p:nvSpPr>
        <p:spPr>
          <a:xfrm>
            <a:off x="8934993" y="3193868"/>
            <a:ext cx="1454331" cy="47026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Advice</a:t>
            </a:r>
          </a:p>
        </p:txBody>
      </p: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AECCC968-3056-7243-67E9-F874A7F072EB}"/>
              </a:ext>
            </a:extLst>
          </p:cNvPr>
          <p:cNvCxnSpPr>
            <a:cxnSpLocks/>
            <a:stCxn id="6" idx="1"/>
            <a:endCxn id="12" idx="0"/>
          </p:cNvCxnSpPr>
          <p:nvPr/>
        </p:nvCxnSpPr>
        <p:spPr>
          <a:xfrm rot="10800000" flipV="1">
            <a:off x="2529840" y="2512968"/>
            <a:ext cx="2835821" cy="680898"/>
          </a:xfrm>
          <a:prstGeom prst="curvedConnector2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DA771483-C36D-CEAA-A79C-3167BBC0629B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>
            <a:off x="6819991" y="2512968"/>
            <a:ext cx="2842168" cy="680900"/>
          </a:xfrm>
          <a:prstGeom prst="curvedConnector2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0C1B372-A012-582C-BDA2-1EDFF2BA1205}"/>
              </a:ext>
            </a:extLst>
          </p:cNvPr>
          <p:cNvSpPr/>
          <p:nvPr/>
        </p:nvSpPr>
        <p:spPr>
          <a:xfrm>
            <a:off x="5372012" y="5038637"/>
            <a:ext cx="1454329" cy="47026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Return Response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7BE874-5D85-A2B9-644A-D7EE6EEC0DD6}"/>
              </a:ext>
            </a:extLst>
          </p:cNvPr>
          <p:cNvSpPr/>
          <p:nvPr/>
        </p:nvSpPr>
        <p:spPr>
          <a:xfrm>
            <a:off x="5372013" y="4116253"/>
            <a:ext cx="1454329" cy="47026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Safety Check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BC2EFC-6F50-06D1-2143-E28B471BFA13}"/>
              </a:ext>
            </a:extLst>
          </p:cNvPr>
          <p:cNvSpPr/>
          <p:nvPr/>
        </p:nvSpPr>
        <p:spPr>
          <a:xfrm>
            <a:off x="5372012" y="5961021"/>
            <a:ext cx="1454329" cy="47026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Classify intent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457A215-570D-ED43-B028-0CB586F310BA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6092826" y="2748099"/>
            <a:ext cx="6351" cy="445768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78525C-0E03-06D8-B6E0-E46E6B0FE335}"/>
              </a:ext>
            </a:extLst>
          </p:cNvPr>
          <p:cNvCxnSpPr>
            <a:cxnSpLocks/>
            <a:stCxn id="29" idx="2"/>
            <a:endCxn id="28" idx="0"/>
          </p:cNvCxnSpPr>
          <p:nvPr/>
        </p:nvCxnSpPr>
        <p:spPr>
          <a:xfrm flipH="1">
            <a:off x="6099177" y="4586515"/>
            <a:ext cx="1" cy="45212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3809984-80E1-D7FB-10B1-B3EC484A196E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6099177" y="5508899"/>
            <a:ext cx="0" cy="45212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AFF1146E-B486-A1DE-6089-364380CC1EA1}"/>
              </a:ext>
            </a:extLst>
          </p:cNvPr>
          <p:cNvCxnSpPr>
            <a:cxnSpLocks/>
            <a:stCxn id="14" idx="2"/>
            <a:endCxn id="29" idx="3"/>
          </p:cNvCxnSpPr>
          <p:nvPr/>
        </p:nvCxnSpPr>
        <p:spPr>
          <a:xfrm rot="5400000">
            <a:off x="7900625" y="2589849"/>
            <a:ext cx="687253" cy="2835817"/>
          </a:xfrm>
          <a:prstGeom prst="curved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BE6C00D3-41F8-8B73-2D7B-96433A8615A4}"/>
              </a:ext>
            </a:extLst>
          </p:cNvPr>
          <p:cNvCxnSpPr>
            <a:cxnSpLocks/>
            <a:stCxn id="12" idx="2"/>
            <a:endCxn id="29" idx="1"/>
          </p:cNvCxnSpPr>
          <p:nvPr/>
        </p:nvCxnSpPr>
        <p:spPr>
          <a:xfrm rot="16200000" flipH="1">
            <a:off x="3607299" y="2586669"/>
            <a:ext cx="687255" cy="2842174"/>
          </a:xfrm>
          <a:prstGeom prst="curved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urved Connector 84">
            <a:extLst>
              <a:ext uri="{FF2B5EF4-FFF2-40B4-BE49-F238E27FC236}">
                <a16:creationId xmlns:a16="http://schemas.microsoft.com/office/drawing/2014/main" id="{72EA1892-866C-EB2D-940C-FAB2110514CD}"/>
              </a:ext>
            </a:extLst>
          </p:cNvPr>
          <p:cNvCxnSpPr>
            <a:cxnSpLocks/>
            <a:stCxn id="13" idx="2"/>
            <a:endCxn id="29" idx="0"/>
          </p:cNvCxnSpPr>
          <p:nvPr/>
        </p:nvCxnSpPr>
        <p:spPr>
          <a:xfrm rot="16200000" flipH="1">
            <a:off x="5873115" y="3890190"/>
            <a:ext cx="452124" cy="1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012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1250</TotalTime>
  <Words>19</Words>
  <Application>Microsoft Macintosh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SNG Zhen Wei</dc:creator>
  <cp:lastModifiedBy>Joel SNG Zhen Wei</cp:lastModifiedBy>
  <cp:revision>1</cp:revision>
  <dcterms:created xsi:type="dcterms:W3CDTF">2025-11-04T12:45:54Z</dcterms:created>
  <dcterms:modified xsi:type="dcterms:W3CDTF">2025-11-05T09:36:36Z</dcterms:modified>
</cp:coreProperties>
</file>